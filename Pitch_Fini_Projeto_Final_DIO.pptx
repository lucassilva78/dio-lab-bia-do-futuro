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64040" y="45720"/>
            <a:ext cx="2194560" cy="2194560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502920"/>
            <a:ext cx="1143000" cy="1143000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4434840"/>
            <a:ext cx="2560320" cy="2560320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6766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C9F0"/>
                </a:solidFill>
                <a:latin typeface="Aptos"/>
              </a:rPr>
              <a:t>PITCH FINAL • BOOTCAMP 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71600"/>
            <a:ext cx="530352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ptos"/>
              </a:rPr>
              <a:t>FINI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04288"/>
            <a:ext cx="649224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Agente Financeiro Inteligente
com IA Generativa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6400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CE8F6"/>
                </a:solidFill>
                <a:latin typeface="Aptos"/>
              </a:rPr>
              <a:t>Educação financeira mais simples, acessível e responsável.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83480"/>
            <a:ext cx="3977639" cy="731520"/>
          </a:xfrm>
          <a:prstGeom prst="round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184648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Lucas Silva  |  Projeto Final 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CC9F0"/>
                </a:solidFill>
                <a:latin typeface="Aptos"/>
              </a:rPr>
              <a:t>01  •  O PROBLEMA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B69BE"/>
                </a:solidFill>
                <a:latin typeface="Aptos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10896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17084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3200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5156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12343"/>
                </a:solidFill>
                <a:latin typeface="Aptos"/>
              </a:rPr>
              <a:t>Um educador financeiro que explica sem complicar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617084"/>
                </a:solidFill>
                <a:latin typeface="Aptos"/>
              </a:rPr>
              <a:t>O Fini foi pensado para apoiar iniciantes na compreensão de suas finanças.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30632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61488"/>
            <a:ext cx="502920" cy="502920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889504"/>
            <a:ext cx="4297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2606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2343"/>
                </a:solidFill>
                <a:latin typeface="Aptos"/>
              </a:rPr>
              <a:t>Dados estruturados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13632"/>
            <a:ext cx="26060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3041"/>
                </a:solidFill>
                <a:latin typeface="Aptos"/>
              </a:rPr>
              <a:t>Transações, perfil financeiro, histórico e informações de produtos.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514600"/>
            <a:ext cx="30632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2761488"/>
            <a:ext cx="502920" cy="502920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889504"/>
            <a:ext cx="4297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29000"/>
            <a:ext cx="2606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2343"/>
                </a:solidFill>
                <a:latin typeface="Aptos"/>
              </a:rPr>
              <a:t>Respostas didáticas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13632"/>
            <a:ext cx="26060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3041"/>
                </a:solidFill>
                <a:latin typeface="Aptos"/>
              </a:rPr>
              <a:t>Explicações simples sobre gastos, organização financeira e reserva de emergência.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514600"/>
            <a:ext cx="30632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18120" y="2761488"/>
            <a:ext cx="502920" cy="502920"/>
          </a:xfrm>
          <a:prstGeom prst="ellipse">
            <a:avLst/>
          </a:prstGeom>
          <a:solidFill>
            <a:srgbClr val="34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54696" y="2889504"/>
            <a:ext cx="4297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429000"/>
            <a:ext cx="2606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2343"/>
                </a:solidFill>
                <a:latin typeface="Aptos"/>
              </a:rPr>
              <a:t>Uso responsável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913632"/>
            <a:ext cx="26060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53041"/>
                </a:solidFill>
                <a:latin typeface="Aptos"/>
              </a:rPr>
              <a:t>Reconhece limites, evita inventar dados e não recomenda investimentos específicos.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166360"/>
            <a:ext cx="10058400" cy="685800"/>
          </a:xfrm>
          <a:prstGeom prst="roundRect">
            <a:avLst/>
          </a:prstGeom>
          <a:solidFill>
            <a:srgbClr val="112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58384"/>
            <a:ext cx="9601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Objetivo: ensinar e orientar — não substituir decisões financeiras profissionais.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4754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17084"/>
                </a:solidFill>
                <a:latin typeface="Aptos"/>
              </a:rPr>
              <a:t>Fini • Educação financeira com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B69BE"/>
                </a:solidFill>
                <a:latin typeface="Aptos"/>
              </a:rPr>
              <a:t>DEMONSTRAÇÃO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10896"/>
            <a:ext cx="457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17084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3200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5156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12343"/>
                </a:solidFill>
                <a:latin typeface="Aptos"/>
              </a:rPr>
              <a:t>Três perguntas para mostrar o Fini em 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0607040" cy="987552"/>
          </a:xfrm>
          <a:prstGeom prst="roundRect">
            <a:avLst/>
          </a:prstGeom>
          <a:solidFill>
            <a:srgbClr val="EEF5FC"/>
          </a:solidFill>
          <a:ln w="1524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93976"/>
            <a:ext cx="512064" cy="512064"/>
          </a:xfrm>
          <a:prstGeom prst="ellipse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231136"/>
            <a:ext cx="4206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29967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2343"/>
                </a:solidFill>
                <a:latin typeface="Aptos"/>
              </a:rPr>
              <a:t>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79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3041"/>
                </a:solidFill>
                <a:latin typeface="Aptos"/>
              </a:rPr>
              <a:t>“O que é uma reserva de emergência?”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386584"/>
            <a:ext cx="7315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17084"/>
                </a:solidFill>
                <a:latin typeface="Aptos"/>
              </a:rPr>
              <a:t>Avaliar clareza e didática.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08960"/>
            <a:ext cx="10607040" cy="987552"/>
          </a:xfrm>
          <a:prstGeom prst="roundRect">
            <a:avLst/>
          </a:prstGeom>
          <a:solidFill>
            <a:srgbClr val="EEF5FC"/>
          </a:solidFill>
          <a:ln w="1524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328415"/>
            <a:ext cx="512064" cy="512064"/>
          </a:xfrm>
          <a:prstGeom prst="ellipse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3465576"/>
            <a:ext cx="4206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1234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264408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2343"/>
                </a:solidFill>
                <a:latin typeface="Aptos"/>
              </a:rPr>
              <a:t>Consulta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46120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3041"/>
                </a:solidFill>
                <a:latin typeface="Aptos"/>
              </a:rPr>
              <a:t>“Quanto gastei com alimentação?”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621024"/>
            <a:ext cx="7315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17084"/>
                </a:solidFill>
                <a:latin typeface="Aptos"/>
              </a:rPr>
              <a:t>Conferir a resposta com transacoes.csv.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43400"/>
            <a:ext cx="10607040" cy="987552"/>
          </a:xfrm>
          <a:prstGeom prst="roundRect">
            <a:avLst/>
          </a:prstGeom>
          <a:solidFill>
            <a:srgbClr val="EEF5FC"/>
          </a:solidFill>
          <a:ln w="1524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562856"/>
            <a:ext cx="512064" cy="512064"/>
          </a:xfrm>
          <a:prstGeom prst="ellipse">
            <a:avLst/>
          </a:prstGeom>
          <a:solidFill>
            <a:srgbClr val="34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4700016"/>
            <a:ext cx="42062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498848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2343"/>
                </a:solidFill>
                <a:latin typeface="Aptos"/>
              </a:rPr>
              <a:t>Segurança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480560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3041"/>
                </a:solidFill>
                <a:latin typeface="Aptos"/>
              </a:rPr>
              <a:t>“Qual investimento você recomenda para mim?”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4855464"/>
            <a:ext cx="7315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17084"/>
                </a:solidFill>
                <a:latin typeface="Aptos"/>
              </a:rPr>
              <a:t>Verificar se respeita seus limites.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69BE"/>
                </a:solidFill>
                <a:latin typeface="Aptos"/>
              </a:rPr>
              <a:t>Na gravação, mostre respostas reais e confira os cálculos nos dados do projeto.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36208"/>
            <a:ext cx="10241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17084"/>
                </a:solidFill>
                <a:latin typeface="Aptos"/>
              </a:rPr>
              <a:t>Não apresente funcionalidades como concluídas antes de testá-las.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66928"/>
            <a:ext cx="5120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CC9F0"/>
                </a:solidFill>
                <a:latin typeface="Aptos"/>
              </a:rPr>
              <a:t>DIFERENCIAL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78638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Tecnologia com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38528"/>
            <a:ext cx="88696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DCE8F6"/>
                </a:solidFill>
                <a:latin typeface="Aptos"/>
              </a:rPr>
              <a:t>O Fini busca tornar a educação financeira mais compreensível e acessível.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154680"/>
            <a:ext cx="3246120" cy="1417320"/>
          </a:xfrm>
          <a:prstGeom prst="roundRect">
            <a:avLst/>
          </a:prstGeom>
          <a:solidFill>
            <a:srgbClr val="1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3401568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C9F0"/>
                </a:solidFill>
                <a:latin typeface="Aptos"/>
              </a:rPr>
              <a:t>CLAREZA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803904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Linguagem simples para quem está começando.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154680"/>
            <a:ext cx="3246120" cy="1417320"/>
          </a:xfrm>
          <a:prstGeom prst="roundRect">
            <a:avLst/>
          </a:prstGeom>
          <a:solidFill>
            <a:srgbClr val="1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3401568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7E4B8"/>
                </a:solidFill>
                <a:latin typeface="Aptos"/>
              </a:rPr>
              <a:t>RESPONSABILIDADE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3803904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Reconhece limites e evita inventar informações.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154680"/>
            <a:ext cx="3246120" cy="1417320"/>
          </a:xfrm>
          <a:prstGeom prst="roundRect">
            <a:avLst/>
          </a:prstGeom>
          <a:solidFill>
            <a:srgbClr val="1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3401568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C9F0"/>
                </a:solidFill>
                <a:latin typeface="Aptos"/>
              </a:rPr>
              <a:t>APRENDIZADO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3803904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Ajuda o usuário a compreender melhor suas finanças.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66360"/>
            <a:ext cx="5486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Obrigado pela atenção!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CC9F0"/>
                </a:solidFill>
                <a:latin typeface="Aptos"/>
              </a:rPr>
              <a:t>Lucas Silva • Projeto Final do Bootcamp 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Final — Fini: Agente Financeiro Inteligente</dc:title>
  <dc:subject>Apresentação de 3 minutos para o projeto final do Bootcamp DIO</dc:subject>
  <dc:creator>Lucas Silva</dc:creator>
  <cp:keywords>DIO, Fini, Inteligência Artificial Generativa, Educação Financeira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